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cover_c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</a:t>
            </a:r>
            <a:pPr indent="0" marL="0">
              <a:buNone/>
            </a:pPr>
            <a:r>
              <a:rPr lang="en-US" sz="60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6517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HASZNÁLTAUTÓ ÉS MOTOR APRÓHIRDETÉSI PLATFORM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6576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Találd meg a következő utad!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49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Vizsgaremek · Szoftver Fejlesztő és Tesztelő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715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Tolnavármegyei Apáczai Csere János Technikum és Kollégium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Mészöly Nátán · Csizmadia Zsolt · Weisz Márkó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projekt röviden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felhasználóbarát webalkalmazás használtautók és motorok adásvételére.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840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38404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23160" y="3840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Átlátható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38404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0" y="3840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54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 és átlátható felület a hirdetéshez és a böngészéshez.</a:t>
            </a:r>
            <a:endParaRPr lang="en-US" sz="1600" dirty="0"/>
          </a:p>
        </p:txBody>
      </p:sp>
      <p:pic>
        <p:nvPicPr>
          <p:cNvPr id="11" name="Image 0" descr="/home/claude/img/s2_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640080"/>
            <a:ext cx="5513832" cy="3017520"/>
          </a:xfrm>
          <a:prstGeom prst="rect">
            <a:avLst/>
          </a:prstGeom>
        </p:spPr>
      </p:pic>
      <p:pic>
        <p:nvPicPr>
          <p:cNvPr id="12" name="Image 1" descr="/home/claude/img/s2_m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886200"/>
            <a:ext cx="2651760" cy="2377440"/>
          </a:xfrm>
          <a:prstGeom prst="rect">
            <a:avLst/>
          </a:prstGeom>
        </p:spPr>
      </p:pic>
      <p:pic>
        <p:nvPicPr>
          <p:cNvPr id="13" name="Image 2" descr="/home/claude/img/s2_hea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3886200"/>
            <a:ext cx="26517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E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EZT A TÉMÁT?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6675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Mindhármunkat érdekelnek az autók.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46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minden, ami hozzájuk kapcsolódik.</a:t>
            </a:r>
            <a:endParaRPr lang="en-US" sz="2200" dirty="0"/>
          </a:p>
        </p:txBody>
      </p:sp>
      <p:pic>
        <p:nvPicPr>
          <p:cNvPr id="5" name="Image 0" descr="/home/claude/img/s3_m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640080"/>
            <a:ext cx="4023360" cy="2743200"/>
          </a:xfrm>
          <a:prstGeom prst="rect">
            <a:avLst/>
          </a:prstGeom>
        </p:spPr>
      </p:pic>
      <p:pic>
        <p:nvPicPr>
          <p:cNvPr id="6" name="Image 1" descr="/home/claude/img/s3_he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566160"/>
            <a:ext cx="40233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Célunk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47288" cy="4480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4" name="Image 0" descr="/home/claude/img/s4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447288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Egyszerű keresés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800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Minél könnyebb megtalálni a megfelelő autót.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70832" y="1737360"/>
            <a:ext cx="3447288" cy="4480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9" name="Image 1" descr="/home/claude/img/s4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737360"/>
            <a:ext cx="3447288" cy="1828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45152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645152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Kedvező ár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45152" y="4800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Kedvezőbb áron jussanak autóhoz az emberek.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1584" y="1737360"/>
            <a:ext cx="3447288" cy="4480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4" name="Image 2" descr="/home/claude/img/s4_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737360"/>
            <a:ext cx="3447288" cy="18288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75904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375904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Kényelmes vásárlás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75904" y="4800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vásárlás legyen kényelmesebb.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E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Célközönség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303520" cy="44805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mg/s5_you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30352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4160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18–25 év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Fiatal, friss jogsisok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első autó, kedvező áron.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5352" y="1783080"/>
            <a:ext cx="5303520" cy="44805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/home/claude/img/s5_ol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783080"/>
            <a:ext cx="5303520" cy="21945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11112" y="4160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40+ év</a:t>
            </a:r>
            <a:endParaRPr lang="en-US" sz="3800" dirty="0"/>
          </a:p>
        </p:txBody>
      </p:sp>
      <p:sp>
        <p:nvSpPr>
          <p:cNvPr id="11" name="Text 7"/>
          <p:cNvSpPr txBox="1"/>
          <p:nvPr/>
        </p:nvSpPr>
        <p:spPr>
          <a:xfrm>
            <a:off x="6611112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Idősebb felhasználók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611112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Egyszerű, átlátható vásárlás.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weboldal</a:t>
            </a:r>
            <a:endParaRPr lang="en-US" sz="3800" dirty="0"/>
          </a:p>
        </p:txBody>
      </p:sp>
      <p:pic>
        <p:nvPicPr>
          <p:cNvPr id="3" name="Image 0" descr="/home/claude/img/s6_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583680" cy="3566160"/>
          </a:xfrm>
          <a:prstGeom prst="rect">
            <a:avLst/>
          </a:prstGeom>
        </p:spPr>
      </p:pic>
      <p:pic>
        <p:nvPicPr>
          <p:cNvPr id="4" name="Image 1" descr="/home/claude/img/s6_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257800"/>
            <a:ext cx="2103120" cy="1097280"/>
          </a:xfrm>
          <a:prstGeom prst="rect">
            <a:avLst/>
          </a:prstGeom>
        </p:spPr>
      </p:pic>
      <p:pic>
        <p:nvPicPr>
          <p:cNvPr id="5" name="Image 2" descr="/home/claude/img/s6_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257800"/>
            <a:ext cx="2103120" cy="1097280"/>
          </a:xfrm>
          <a:prstGeom prst="rect">
            <a:avLst/>
          </a:prstGeom>
        </p:spPr>
      </p:pic>
      <p:pic>
        <p:nvPicPr>
          <p:cNvPr id="6" name="Image 3" descr="/home/claude/img/s6_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5257800"/>
            <a:ext cx="2103120" cy="109728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589520" y="1508760"/>
            <a:ext cx="3959352" cy="6949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7772400" y="15910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Regisztráció és belépés</a:t>
            </a:r>
            <a:endParaRPr lang="en-US" sz="1500" dirty="0"/>
          </a:p>
        </p:txBody>
      </p:sp>
      <p:sp>
        <p:nvSpPr>
          <p:cNvPr id="9" name="Text 3"/>
          <p:cNvSpPr txBox="1"/>
          <p:nvPr/>
        </p:nvSpPr>
        <p:spPr>
          <a:xfrm>
            <a:off x="7772400" y="1892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 fiókok</a:t>
            </a:r>
            <a:endParaRPr lang="en-US" sz="1100" dirty="0"/>
          </a:p>
        </p:txBody>
      </p:sp>
      <p:sp>
        <p:nvSpPr>
          <p:cNvPr id="10" name="Shape 4"/>
          <p:cNvSpPr/>
          <p:nvPr/>
        </p:nvSpPr>
        <p:spPr>
          <a:xfrm>
            <a:off x="7589520" y="2295144"/>
            <a:ext cx="3959352" cy="6949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7772400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Keresés és szűrés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7772400" y="2679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Márka, modell, ár, évjárat szerint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7589520" y="3081528"/>
            <a:ext cx="3959352" cy="6949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7772400" y="31638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Hirdetések kezelése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7772400" y="3465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Feladás képekkel, szerkesztés, törlés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7589520" y="3867912"/>
            <a:ext cx="3959352" cy="6949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772400" y="39502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Kedvencek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0" y="4251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érdekes autók elmentése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589520" y="4654296"/>
            <a:ext cx="3959352" cy="6949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772400" y="4736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0" y="50383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Moderálás és felhasználókezelés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589520" y="5440680"/>
            <a:ext cx="3959352" cy="6949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772400" y="55229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adatbázis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0" y="5824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 és hirdetések biztonságos tárolása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E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Eszközök és anyagok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42032" cy="44805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mg/s7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2542032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343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Vásárlási centrum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212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Itt választhatnak járművet az érdeklődők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1737360"/>
            <a:ext cx="2542032" cy="44805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/home/claude/img/s7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37360"/>
            <a:ext cx="2542032" cy="21031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657600" y="4343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Műhely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5212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autók karbantartása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542032" cy="44805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img/s7_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2542032" cy="21031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4652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46520" y="4343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Telep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5212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autók tárolása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06840" y="1737360"/>
            <a:ext cx="2542032" cy="44805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3" descr="/home/claude/img/s7_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737360"/>
            <a:ext cx="2542032" cy="21031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3544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9235440" y="4343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Weboldal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35440" y="5212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autók értékesítése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Arculat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SZÍNVILÁG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FF7A00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#FF7A00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783080"/>
            <a:ext cx="822960" cy="82296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830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783080"/>
            <a:ext cx="822960" cy="822960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#334155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83080"/>
            <a:ext cx="822960" cy="822960"/>
          </a:xfrm>
          <a:prstGeom prst="ellipse">
            <a:avLst/>
          </a:prstGeom>
          <a:solidFill>
            <a:srgbClr val="E5E7E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052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#E5E7EB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7830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BETŰTÍPUSOK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118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Főcímek, kiemelések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17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212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Szövegek, leírások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60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 · letisztult · dinamikus · megbízható</a:t>
            </a:r>
            <a:endParaRPr lang="en-US" sz="1500" dirty="0"/>
          </a:p>
        </p:txBody>
      </p:sp>
      <p:pic>
        <p:nvPicPr>
          <p:cNvPr id="20" name="Image 0" descr="/home/claude/img/s8_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640080"/>
            <a:ext cx="4599432" cy="1188720"/>
          </a:xfrm>
          <a:prstGeom prst="rect">
            <a:avLst/>
          </a:prstGeom>
        </p:spPr>
      </p:pic>
      <p:pic>
        <p:nvPicPr>
          <p:cNvPr id="21" name="Image 1" descr="/home/claude/img/s8_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194560"/>
            <a:ext cx="2029968" cy="3931920"/>
          </a:xfrm>
          <a:prstGeom prst="rect">
            <a:avLst/>
          </a:prstGeom>
        </p:spPr>
      </p:pic>
      <p:pic>
        <p:nvPicPr>
          <p:cNvPr id="22" name="Image 2" descr="/home/claude/img/s8_menu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8" y="2194560"/>
            <a:ext cx="2249424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E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Csapat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47288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769364" y="1828800"/>
            <a:ext cx="1188720" cy="118872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69364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Mészöly Nátán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70832" y="1645920"/>
            <a:ext cx="3447288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500116" y="1828800"/>
            <a:ext cx="1188720" cy="118872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00116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CZ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370832" y="320040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Csizmadia Zsolt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70832" y="370332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Projektmenedzser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01584" y="1645920"/>
            <a:ext cx="3447288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230868" y="1828800"/>
            <a:ext cx="1188720" cy="118872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0868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WM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320040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Weisz Márkó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370332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Fejlesztő</a:t>
            </a:r>
            <a:endParaRPr lang="en-US" sz="1600" dirty="0"/>
          </a:p>
        </p:txBody>
      </p:sp>
      <p:pic>
        <p:nvPicPr>
          <p:cNvPr id="18" name="Image 0" descr="/home/claude/img/s9_insp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63440"/>
            <a:ext cx="10908792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Köszönjük a figyelmet!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Egy jobb jövő – egy jobb út!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</a:t>
            </a:r>
            <a:pPr indent="0" marL="0">
              <a:buNone/>
            </a:pPr>
            <a:r>
              <a:rPr lang="en-US" sz="2800" b="1" dirty="0">
                <a:solidFill>
                  <a:srgbClr val="FF7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</a:t>
            </a:r>
            <a:endParaRPr lang="en-US" sz="2800" dirty="0"/>
          </a:p>
        </p:txBody>
      </p:sp>
      <p:pic>
        <p:nvPicPr>
          <p:cNvPr id="5" name="Image 0" descr="/home/claude/img/s10_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06240"/>
            <a:ext cx="12188952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AutoMarket – Vizsgaremek</dc:title>
  <dc:subject>PptxGenJS Presentation</dc:subject>
  <dc:creator>PptxGenJS</dc:creator>
  <cp:lastModifiedBy>PptxGenJS</cp:lastModifiedBy>
  <cp:revision>1</cp:revision>
  <dcterms:created xsi:type="dcterms:W3CDTF">2026-09-29T11:04:18Z</dcterms:created>
  <dcterms:modified xsi:type="dcterms:W3CDTF">2026-09-29T11:04:18Z</dcterms:modified>
</cp:coreProperties>
</file>